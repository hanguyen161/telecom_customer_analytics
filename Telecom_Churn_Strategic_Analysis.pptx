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Telecom Churn Strategic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Recruiter-Ready Business Intelligence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Overall customer churn rate: 20.3%</a:t>
            </a:r>
          </a:p>
          <a:p>
            <a:pPr algn="just"/>
            <a:r>
              <a:rPr dirty="0"/>
              <a:t>Estimated monthly revenue at risk: $5350.6</a:t>
            </a:r>
          </a:p>
          <a:p>
            <a:pPr algn="just"/>
            <a:r>
              <a:rPr dirty="0"/>
              <a:t>Family Plan and Postpaid Basic customers show the highest churn risk</a:t>
            </a:r>
          </a:p>
          <a:p>
            <a:pPr algn="just"/>
            <a:r>
              <a:rPr dirty="0"/>
              <a:t>Auto-debit users exhibit the highest payment-method churn behavior</a:t>
            </a:r>
          </a:p>
          <a:p>
            <a:pPr algn="just"/>
            <a:r>
              <a:rPr dirty="0"/>
              <a:t>High support call frequency strongly correlates with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Research Findings – Plan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lan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8413"/>
            <a:ext cx="480060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588413"/>
            <a:ext cx="32004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Key Insights</a:t>
            </a:r>
          </a:p>
          <a:p>
            <a:r>
              <a:rPr lang="en-US" sz="2400" dirty="0"/>
              <a:t>• Family Plan churn exceeds 27%</a:t>
            </a:r>
          </a:p>
          <a:p>
            <a:r>
              <a:rPr lang="en-US" sz="2400" dirty="0"/>
              <a:t>• Postpaid Basic customers also show elevated churn</a:t>
            </a:r>
          </a:p>
          <a:p>
            <a:r>
              <a:rPr lang="en-US" sz="2400" dirty="0"/>
              <a:t>• Student Plan customers demonstrate stronger retention</a:t>
            </a:r>
          </a:p>
          <a:p>
            <a:r>
              <a:rPr lang="en-US" sz="2400" dirty="0"/>
              <a:t>• Indicates pricing-value mismatch in higher-risk segments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Research Findings – 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ymen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4069"/>
            <a:ext cx="4000500" cy="2743200"/>
          </a:xfrm>
          <a:prstGeom prst="rect">
            <a:avLst/>
          </a:prstGeom>
        </p:spPr>
      </p:pic>
      <p:pic>
        <p:nvPicPr>
          <p:cNvPr id="5" name="Picture 4" descr="support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594069"/>
            <a:ext cx="40005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82296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700" dirty="0"/>
              <a:t>Auto-debit users show the highest churn rate (~24.8%), while churn sharply increases after 4+ customer support calls, reaching near-certain churn at extreme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Strategic Recommendations (Recruiter-Ready)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/>
              <a:t>Redesign Family Plan pricing and bundled benefits</a:t>
            </a:r>
          </a:p>
          <a:p>
            <a:pPr algn="just"/>
            <a:r>
              <a:rPr dirty="0"/>
              <a:t>Launch proactive retention campaigns for high-risk Postpaid users</a:t>
            </a:r>
          </a:p>
          <a:p>
            <a:pPr algn="just"/>
            <a:r>
              <a:rPr dirty="0"/>
              <a:t>Improve onboarding and billing transparency for Auto-debit customers</a:t>
            </a:r>
          </a:p>
          <a:p>
            <a:pPr algn="just"/>
            <a:r>
              <a:rPr dirty="0"/>
              <a:t>Deploy AI-assisted customer support escalation before 4+ complaints</a:t>
            </a:r>
          </a:p>
          <a:p>
            <a:pPr algn="just"/>
            <a:r>
              <a:rPr dirty="0"/>
              <a:t>Use churn prediction models for early customer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700" dirty="0"/>
              <a:t>The analysis identifies churn as a measurable financial risk driven by plan dissatisfaction, support friction, and payment behavior.</a:t>
            </a:r>
          </a:p>
          <a:p>
            <a:pPr algn="just"/>
            <a:r>
              <a:rPr sz="2700" dirty="0"/>
              <a:t>By targeting high-risk customer segments and improving service quality, telecom providers can significantly improve retention and revenue stability.</a:t>
            </a:r>
          </a:p>
          <a:p>
            <a:pPr algn="just"/>
            <a:r>
              <a:rPr sz="2700" dirty="0"/>
              <a:t>This project demonstrates practical data analytics, business storytelling, and strategic decision-making skills suitable for data analyst and business analyst roles.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243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Telecom Churn Strategic Analysis</vt:lpstr>
      <vt:lpstr>1. Executive Summary</vt:lpstr>
      <vt:lpstr>2. Key Research Findings – Plan Segments</vt:lpstr>
      <vt:lpstr>2. Key Research Findings – Customer Behavior</vt:lpstr>
      <vt:lpstr>3. Strategic Recommendations (Recruiter-Ready)</vt:lpstr>
      <vt:lpstr>4.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Hà</cp:lastModifiedBy>
  <cp:revision>6</cp:revision>
  <dcterms:created xsi:type="dcterms:W3CDTF">2013-01-27T09:14:16Z</dcterms:created>
  <dcterms:modified xsi:type="dcterms:W3CDTF">2026-05-06T07:44:47Z</dcterms:modified>
  <cp:category/>
</cp:coreProperties>
</file>